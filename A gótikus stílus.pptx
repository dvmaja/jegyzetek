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70" d="100"/>
          <a:sy n="70" d="100"/>
        </p:scale>
        <p:origin x="4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740B3AE-B5D6-4320-AF36-108BCCDFD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3849A8C-2AF1-4543-B074-7184E73D3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425C918-BDF9-416E-8C9B-241E849E0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8576-C918-4024-A7C4-2500F975FFE6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69B1D7C-04F0-4221-8165-882CB019E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B1B2BAF-80DD-43E3-A824-FE494C20F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F093F-5FFF-478F-854F-6959D6CC08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07435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39014E3-40B6-449A-B06C-5916386CA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7EFB950-28C9-4984-B5AC-970B5AFB4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B5EB1FC-643C-4EAA-8C42-2128C22D4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8576-C918-4024-A7C4-2500F975FFE6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303CA81-D724-4854-978A-92A9955A0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A8175A0-E4E5-4053-AA1A-AFBDA2B49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F093F-5FFF-478F-854F-6959D6CC08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58936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8438856-D94F-4885-BA6B-21A7517FC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3540993-8D4E-4C25-8425-E8A5ABC94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8521A59-FD16-4532-B435-CC53E3DBF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8576-C918-4024-A7C4-2500F975FFE6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8BC8B92-1E0A-4CE5-96EE-A6AD6E90A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1E119D3-9E74-4F30-AE62-0D578C63A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F093F-5FFF-478F-854F-6959D6CC08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3294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E1D10FC-0871-44F7-BCD2-B5EA85233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4A8F00D-1267-42D2-994E-9711C924D6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2979A91-F5F1-4BA4-96F0-CA89C61427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25551AE-625F-47BD-B6E4-C6A60D668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8576-C918-4024-A7C4-2500F975FFE6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1FFF881-F77E-4BCE-BF30-52841126B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63755CF-9982-4EF6-8D2D-C4EF28A7C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F093F-5FFF-478F-854F-6959D6CC08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4167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D665041-4CB1-435C-8151-A6AB0D614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C50D581-A689-4A7A-9E36-197A6D5A3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1D7FFFD-1E8D-4A8C-9304-E6DC1A545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C32D99B9-4391-4239-89C2-AB5A57092D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9512E1CF-FC92-4F76-A906-0750C394AF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21BBA687-7E77-4EDF-A1C8-98A43A8C0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8576-C918-4024-A7C4-2500F975FFE6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A2163032-6382-418C-B176-FADD1F0B5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CF78E983-74D9-4E74-8396-2A5545B4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F093F-5FFF-478F-854F-6959D6CC08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82596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E02B99B-EB67-45F0-BF89-D0AD8635D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8B6ABB8-BC9F-41F1-9069-88DCB5F6F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8576-C918-4024-A7C4-2500F975FFE6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BE0BFD48-D60D-4CE3-8D81-FF9FA88B7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8A4D08A0-9667-4046-83B1-F883F57D3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F093F-5FFF-478F-854F-6959D6CC08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0888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DD640E8F-59DD-4117-94C3-A6ABC761B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8576-C918-4024-A7C4-2500F975FFE6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6A5B0503-2B83-4676-94AD-D09B422B8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1E93686-641F-4AFE-B243-A026F082C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F093F-5FFF-478F-854F-6959D6CC08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15870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3F7ACD-C5AA-414F-BB10-D3AF3F47A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F088504-D0B3-4094-87DD-70AF78068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76DBAF7-9E25-485E-9CE3-E186D15C5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15D772B-3F99-463C-AA02-D2010C73A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8576-C918-4024-A7C4-2500F975FFE6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348981F-9DD8-4D92-9D19-C9F22E6D3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D253C25-7A91-43B0-87E3-AC7063D5C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F093F-5FFF-478F-854F-6959D6CC08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7366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7E80BD3-2813-475B-B81E-30146A745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252495CB-7232-490A-B002-7F2558C382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8280CFE-1767-4669-BA3E-BF2DEED93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B576B11-333A-47C7-A9E9-554CD9CAD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8576-C918-4024-A7C4-2500F975FFE6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3B929B2-9D17-42D5-AA41-00B109FEE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07861FD-9D3B-4FEA-9C97-6FB780A08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F093F-5FFF-478F-854F-6959D6CC08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01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ED62281-E92B-4C3C-A5C3-6AEC0D584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1E0473D-27FD-4369-AC7D-8A25C644C0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19F9220-FF9A-40D2-9820-606822D7B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8576-C918-4024-A7C4-2500F975FFE6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6F94315-6C9D-4442-942C-2902B1A8E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E4D2DAF-A11E-491C-B014-8AC743A3A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F093F-5FFF-478F-854F-6959D6CC08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84342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920F6A41-86C5-4F3E-BE54-24FB7C73B5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C2CC3512-D362-43B6-8481-EF1AF3DF0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6A19F14-0346-4487-AD37-A2EEEA314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8576-C918-4024-A7C4-2500F975FFE6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4199D23-09BB-4FB5-A94B-4699A0F5E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6BBF298-40BF-4C8F-B54A-F91697C01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F093F-5FFF-478F-854F-6959D6CC08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6291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7FCE083C-B460-4B12-8623-B7792DEF8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432B369-C71F-4031-BF7F-0CDE0076D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944CADD-5E6D-4725-8832-A16C101DA4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98576-C918-4024-A7C4-2500F975FFE6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DF10090-1565-40AF-B998-5985B50F78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F0E568A-667B-47E9-A9B6-2EC5F3F13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F093F-5FFF-478F-854F-6959D6CC08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1360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4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DE155A2-50B1-4087-95A2-FF0213F093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A gótikus stílus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2A3F682-FAB6-4F78-8A62-964451B715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Nemoda Léna</a:t>
            </a:r>
          </a:p>
        </p:txBody>
      </p:sp>
    </p:spTree>
    <p:extLst>
      <p:ext uri="{BB962C8B-B14F-4D97-AF65-F5344CB8AC3E}">
        <p14:creationId xmlns:p14="http://schemas.microsoft.com/office/powerpoint/2010/main" val="2433028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92CA0E9-D205-475A-9C63-7829E69AA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9296" y="187704"/>
            <a:ext cx="10876128" cy="1325563"/>
          </a:xfrm>
        </p:spPr>
        <p:txBody>
          <a:bodyPr/>
          <a:lstStyle/>
          <a:p>
            <a:r>
              <a:rPr lang="hu-HU" i="1" dirty="0"/>
              <a:t>Eredete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00A8241-58A0-40F0-A831-C7E0B93B9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13.század közepe</a:t>
            </a:r>
          </a:p>
          <a:p>
            <a:r>
              <a:rPr lang="hu-HU" dirty="0"/>
              <a:t>16.század vége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52502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Szélesvásznú</PresentationFormat>
  <Paragraphs>5</Paragraphs>
  <Slides>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Office-téma</vt:lpstr>
      <vt:lpstr>A gótikus stílus</vt:lpstr>
      <vt:lpstr>Eredete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gótikus stílus</dc:title>
  <dc:creator>Nemoda Léna</dc:creator>
  <cp:lastModifiedBy>Nemoda Léna</cp:lastModifiedBy>
  <cp:revision>3</cp:revision>
  <dcterms:created xsi:type="dcterms:W3CDTF">2026-03-18T07:28:47Z</dcterms:created>
  <dcterms:modified xsi:type="dcterms:W3CDTF">2026-03-18T07:33:43Z</dcterms:modified>
</cp:coreProperties>
</file>